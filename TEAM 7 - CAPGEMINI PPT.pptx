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3" r:id="rId2"/>
    <p:sldId id="257" r:id="rId3"/>
    <p:sldId id="259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1086C-554C-4D75-B94F-705D6A85C7D8}">
          <p14:sldIdLst>
            <p14:sldId id="263"/>
            <p14:sldId id="257"/>
          </p14:sldIdLst>
        </p14:section>
        <p14:section name="Untitled Section" id="{A3FED125-A556-459A-AFB9-64201ADB5FD8}">
          <p14:sldIdLst>
            <p14:sldId id="259"/>
            <p14:sldId id="258"/>
            <p14:sldId id="260"/>
            <p14:sldId id="262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30D"/>
    <a:srgbClr val="8A0E23"/>
    <a:srgbClr val="0F0909"/>
    <a:srgbClr val="092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82" autoAdjust="0"/>
  </p:normalViewPr>
  <p:slideViewPr>
    <p:cSldViewPr snapToGrid="0">
      <p:cViewPr>
        <p:scale>
          <a:sx n="150" d="100"/>
          <a:sy n="150" d="100"/>
        </p:scale>
        <p:origin x="-1906" y="-18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p" userId="e8f7eece707962c3" providerId="LiveId" clId="{F5BD17DE-27FD-484D-9078-C475F1BDC399}"/>
    <pc:docChg chg="undo custSel addSld delSld modSld sldOrd modSection">
      <pc:chgData name="Nikhil p" userId="e8f7eece707962c3" providerId="LiveId" clId="{F5BD17DE-27FD-484D-9078-C475F1BDC399}" dt="2026-08-30T13:13:37.785" v="406" actId="1076"/>
      <pc:docMkLst>
        <pc:docMk/>
      </pc:docMkLst>
      <pc:sldChg chg="addSp modSp mod">
        <pc:chgData name="Nikhil p" userId="e8f7eece707962c3" providerId="LiveId" clId="{F5BD17DE-27FD-484D-9078-C475F1BDC399}" dt="2026-08-30T13:13:37.785" v="406" actId="1076"/>
        <pc:sldMkLst>
          <pc:docMk/>
          <pc:sldMk cId="3922486538" sldId="260"/>
        </pc:sldMkLst>
        <pc:picChg chg="mod">
          <ac:chgData name="Nikhil p" userId="e8f7eece707962c3" providerId="LiveId" clId="{F5BD17DE-27FD-484D-9078-C475F1BDC399}" dt="2026-08-30T13:13:37.785" v="406" actId="1076"/>
          <ac:picMkLst>
            <pc:docMk/>
            <pc:sldMk cId="3922486538" sldId="260"/>
            <ac:picMk id="10" creationId="{5DCD6092-910C-DF15-2110-77A455D832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36F-D20C-4283-970C-614101E8A07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7B145-5627-4614-9D04-72D4BA5C6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15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7B145-5627-4614-9D04-72D4BA5C6F0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603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E067-814B-F31F-4033-8CE7A6E06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3A9E2-9C02-90B5-5FDB-F528FF27D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94952-21C7-B09A-E02D-CC291BD27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2ACB1-6FA8-7BD5-32DC-EEC3C88CC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7B145-5627-4614-9D04-72D4BA5C6F0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164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57B145-5627-4614-9D04-72D4BA5C6F0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92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388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091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77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37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85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447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2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51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605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71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15C9E79-C995-4210-9CE0-D2A8B446A69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B93B5C6-E9B2-4879-BCCB-7F077ADF02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75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8F9E0-0498-F257-AC12-FEECED0F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C95C1AA-DD25-2654-DB59-431261C45D7C}"/>
              </a:ext>
            </a:extLst>
          </p:cNvPr>
          <p:cNvSpPr/>
          <p:nvPr/>
        </p:nvSpPr>
        <p:spPr>
          <a:xfrm>
            <a:off x="3476713" y="364029"/>
            <a:ext cx="4551680" cy="103867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4D8F2-A765-FC23-21FD-B4759188F620}"/>
              </a:ext>
            </a:extLst>
          </p:cNvPr>
          <p:cNvSpPr txBox="1"/>
          <p:nvPr/>
        </p:nvSpPr>
        <p:spPr>
          <a:xfrm>
            <a:off x="1044677" y="1965356"/>
            <a:ext cx="9906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Capgemini x Synchrony Hackathon Innovation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T4FP-2026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05D0E-2AEF-071A-D7BF-2B755C497753}"/>
              </a:ext>
            </a:extLst>
          </p:cNvPr>
          <p:cNvSpPr txBox="1"/>
          <p:nvPr/>
        </p:nvSpPr>
        <p:spPr>
          <a:xfrm>
            <a:off x="3090593" y="414013"/>
            <a:ext cx="532391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0F0909"/>
                </a:solidFill>
                <a:latin typeface="Arial Black" panose="020B0A04020102020204" pitchFamily="34" charset="0"/>
              </a:rPr>
              <a:t>TITLE : PRISM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EC4B5-7185-259C-5700-DFFF3F10713E}"/>
              </a:ext>
            </a:extLst>
          </p:cNvPr>
          <p:cNvSpPr txBox="1"/>
          <p:nvPr/>
        </p:nvSpPr>
        <p:spPr>
          <a:xfrm>
            <a:off x="1044677" y="3815427"/>
            <a:ext cx="275303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TEAM 7-TECH TITANS</a:t>
            </a:r>
            <a:r>
              <a:rPr lang="en-IN" sz="2000" dirty="0"/>
              <a:t>:</a:t>
            </a:r>
            <a:endParaRPr lang="en-IN" dirty="0"/>
          </a:p>
          <a:p>
            <a:r>
              <a:rPr lang="en-IN" dirty="0"/>
              <a:t>1.Charmi Reddy P</a:t>
            </a:r>
          </a:p>
          <a:p>
            <a:r>
              <a:rPr lang="en-IN" dirty="0"/>
              <a:t>2. Malavika Manga</a:t>
            </a:r>
          </a:p>
          <a:p>
            <a:r>
              <a:rPr lang="en-IN" dirty="0"/>
              <a:t>3. Aarthi </a:t>
            </a:r>
            <a:r>
              <a:rPr lang="en-IN" dirty="0" err="1"/>
              <a:t>Pasare</a:t>
            </a:r>
            <a:endParaRPr lang="en-IN" dirty="0"/>
          </a:p>
          <a:p>
            <a:r>
              <a:rPr lang="en-IN" dirty="0"/>
              <a:t>4. Nikhil Pabbu </a:t>
            </a:r>
          </a:p>
          <a:p>
            <a:r>
              <a:rPr lang="en-IN" dirty="0"/>
              <a:t>5. </a:t>
            </a:r>
            <a:r>
              <a:rPr lang="en-IN" dirty="0" err="1"/>
              <a:t>Aranagi</a:t>
            </a:r>
            <a:r>
              <a:rPr lang="en-IN" dirty="0"/>
              <a:t> Sravan Kumar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537A9-636F-2DA4-6E71-B78AED5207B4}"/>
              </a:ext>
            </a:extLst>
          </p:cNvPr>
          <p:cNvSpPr txBox="1"/>
          <p:nvPr/>
        </p:nvSpPr>
        <p:spPr>
          <a:xfrm>
            <a:off x="8492613" y="3957025"/>
            <a:ext cx="2458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MENTORS</a:t>
            </a:r>
            <a:r>
              <a:rPr lang="en-IN" dirty="0"/>
              <a:t>:</a:t>
            </a:r>
          </a:p>
          <a:p>
            <a:r>
              <a:rPr lang="en-IN" dirty="0"/>
              <a:t>1.RAJESH NARAYAN</a:t>
            </a:r>
          </a:p>
          <a:p>
            <a:r>
              <a:rPr lang="en-IN" dirty="0"/>
              <a:t>2.SIVA PRASHAD	</a:t>
            </a:r>
          </a:p>
          <a:p>
            <a:r>
              <a:rPr lang="en-IN" dirty="0"/>
              <a:t>3. AJAY GOUD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783AF-35F7-036D-87A2-EBC022138C54}"/>
              </a:ext>
            </a:extLst>
          </p:cNvPr>
          <p:cNvSpPr txBox="1"/>
          <p:nvPr/>
        </p:nvSpPr>
        <p:spPr>
          <a:xfrm>
            <a:off x="3797709" y="1017994"/>
            <a:ext cx="4991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Personalized Real-time Intelligent Support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83572-CF92-FA96-DC83-DC3EC92F9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6" t="4091" r="813" b="-10026"/>
          <a:stretch>
            <a:fillRect/>
          </a:stretch>
        </p:blipFill>
        <p:spPr>
          <a:xfrm>
            <a:off x="421147" y="479384"/>
            <a:ext cx="1314853" cy="131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54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9824C3D5-5255-E8EE-C4DB-A11483BBAF81}"/>
              </a:ext>
            </a:extLst>
          </p:cNvPr>
          <p:cNvSpPr/>
          <p:nvPr/>
        </p:nvSpPr>
        <p:spPr>
          <a:xfrm>
            <a:off x="88487" y="217415"/>
            <a:ext cx="12015020" cy="893630"/>
          </a:xfrm>
          <a:prstGeom prst="snip2Diag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B6C18A-8AE9-0A62-7E06-3FE10DE6BC55}"/>
              </a:ext>
            </a:extLst>
          </p:cNvPr>
          <p:cNvSpPr txBox="1"/>
          <p:nvPr/>
        </p:nvSpPr>
        <p:spPr>
          <a:xfrm>
            <a:off x="968662" y="3901488"/>
            <a:ext cx="215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  <a:latin typeface="Arial Black" panose="020B0A04020102020204" pitchFamily="34" charset="0"/>
              </a:rPr>
              <a:t>DYSLEXIA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8C5BD-D3BD-392E-473C-3AEE2356B8CC}"/>
              </a:ext>
            </a:extLst>
          </p:cNvPr>
          <p:cNvSpPr txBox="1"/>
          <p:nvPr/>
        </p:nvSpPr>
        <p:spPr>
          <a:xfrm>
            <a:off x="5019552" y="3899963"/>
            <a:ext cx="215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2"/>
                </a:solidFill>
                <a:latin typeface="Arial Black" panose="020B0A04020102020204" pitchFamily="34" charset="0"/>
              </a:rPr>
              <a:t>AUTISM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3E3FC-4FC2-C48C-F4EE-1FB2CA1D629A}"/>
              </a:ext>
            </a:extLst>
          </p:cNvPr>
          <p:cNvSpPr txBox="1"/>
          <p:nvPr/>
        </p:nvSpPr>
        <p:spPr>
          <a:xfrm>
            <a:off x="0" y="429454"/>
            <a:ext cx="4661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2"/>
                </a:solidFill>
                <a:latin typeface="Arial Black" panose="020B0A04020102020204" pitchFamily="34" charset="0"/>
              </a:rPr>
              <a:t>PROSOPAGNOSIA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1A12AD-99F6-82D8-68F6-ECA3F0FC03E3}"/>
              </a:ext>
            </a:extLst>
          </p:cNvPr>
          <p:cNvSpPr txBox="1"/>
          <p:nvPr/>
        </p:nvSpPr>
        <p:spPr>
          <a:xfrm>
            <a:off x="8321823" y="3899963"/>
            <a:ext cx="3650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2"/>
                </a:solidFill>
                <a:latin typeface="Arial Black" panose="020B0A04020102020204" pitchFamily="34" charset="0"/>
              </a:rPr>
              <a:t>PROSOPAGNOSIA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4DADDA-CFD3-CEE8-F05E-3FD2C23489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16" y="1317523"/>
            <a:ext cx="9889729" cy="51226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79D387-C954-1407-C130-E40DA436D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8680" r="4776" b="21886"/>
          <a:stretch>
            <a:fillRect/>
          </a:stretch>
        </p:blipFill>
        <p:spPr>
          <a:xfrm>
            <a:off x="11217084" y="5770804"/>
            <a:ext cx="721916" cy="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1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D0D86-DE24-4361-EE02-32C0149B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A4B4DB78-50A4-22DC-81EB-2A446303FAD2}"/>
              </a:ext>
            </a:extLst>
          </p:cNvPr>
          <p:cNvSpPr/>
          <p:nvPr/>
        </p:nvSpPr>
        <p:spPr>
          <a:xfrm>
            <a:off x="88490" y="76755"/>
            <a:ext cx="12015020" cy="816078"/>
          </a:xfrm>
          <a:prstGeom prst="snip2Diag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1716D-BEE4-A3AB-4BD6-AD56F7684CD9}"/>
              </a:ext>
            </a:extLst>
          </p:cNvPr>
          <p:cNvSpPr txBox="1"/>
          <p:nvPr/>
        </p:nvSpPr>
        <p:spPr>
          <a:xfrm>
            <a:off x="246332" y="223184"/>
            <a:ext cx="235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  <a:latin typeface="Arial Black" panose="020B0A04020102020204" pitchFamily="34" charset="0"/>
              </a:rPr>
              <a:t> DYSLEXIA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7458C1-8FBF-FC85-DBE9-D08F04F3AAF3}"/>
              </a:ext>
            </a:extLst>
          </p:cNvPr>
          <p:cNvSpPr/>
          <p:nvPr/>
        </p:nvSpPr>
        <p:spPr>
          <a:xfrm rot="16200000">
            <a:off x="1060331" y="31867"/>
            <a:ext cx="5669065" cy="7593708"/>
          </a:xfrm>
          <a:prstGeom prst="round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D75DC0-4896-B2C0-9E57-D7B79116A538}"/>
              </a:ext>
            </a:extLst>
          </p:cNvPr>
          <p:cNvSpPr/>
          <p:nvPr/>
        </p:nvSpPr>
        <p:spPr>
          <a:xfrm rot="5400000">
            <a:off x="6186199" y="745947"/>
            <a:ext cx="5669066" cy="6165553"/>
          </a:xfrm>
          <a:prstGeom prst="roundRect">
            <a:avLst/>
          </a:prstGeom>
          <a:gradFill flip="none" rotWithShape="1">
            <a:gsLst>
              <a:gs pos="0">
                <a:srgbClr val="00206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51F134-2D37-E959-F961-2CA33989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24" y="1282166"/>
            <a:ext cx="9958662" cy="5093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6EAF5D-0C87-30BD-3639-4EA130270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8680" r="4776" b="21886"/>
          <a:stretch>
            <a:fillRect/>
          </a:stretch>
        </p:blipFill>
        <p:spPr>
          <a:xfrm>
            <a:off x="11055985" y="5695193"/>
            <a:ext cx="721916" cy="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164B8095-58FC-0249-D68D-6B16E3E45CDE}"/>
              </a:ext>
            </a:extLst>
          </p:cNvPr>
          <p:cNvSpPr/>
          <p:nvPr/>
        </p:nvSpPr>
        <p:spPr>
          <a:xfrm>
            <a:off x="98009" y="76755"/>
            <a:ext cx="12015020" cy="816078"/>
          </a:xfrm>
          <a:prstGeom prst="snip2Diag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8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AUTISM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68381C-1749-3444-1E7E-E0A0C1A4B4C1}"/>
              </a:ext>
            </a:extLst>
          </p:cNvPr>
          <p:cNvSpPr/>
          <p:nvPr/>
        </p:nvSpPr>
        <p:spPr>
          <a:xfrm rot="16200000">
            <a:off x="3207232" y="-2115035"/>
            <a:ext cx="5787057" cy="12005502"/>
          </a:xfrm>
          <a:prstGeom prst="roundRect">
            <a:avLst>
              <a:gd name="adj" fmla="val 4614"/>
            </a:avLst>
          </a:prstGeom>
          <a:gradFill flip="none" rotWithShape="1">
            <a:gsLst>
              <a:gs pos="0">
                <a:srgbClr val="FFC00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5F6737-6817-4012-A39B-8FE8808D7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403" y="1360825"/>
            <a:ext cx="10333703" cy="50537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A8B103-C848-B378-36E9-B89B73E594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8680" r="4776" b="21886"/>
          <a:stretch>
            <a:fillRect/>
          </a:stretch>
        </p:blipFill>
        <p:spPr>
          <a:xfrm>
            <a:off x="11262851" y="5529150"/>
            <a:ext cx="721916" cy="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6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CD0A7D01-72DD-6E88-E089-34DA5B481515}"/>
              </a:ext>
            </a:extLst>
          </p:cNvPr>
          <p:cNvSpPr/>
          <p:nvPr/>
        </p:nvSpPr>
        <p:spPr>
          <a:xfrm>
            <a:off x="88490" y="76755"/>
            <a:ext cx="12015020" cy="816078"/>
          </a:xfrm>
          <a:prstGeom prst="snip2Diag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8BB73-CCF2-72C8-B69A-75B670C68753}"/>
              </a:ext>
            </a:extLst>
          </p:cNvPr>
          <p:cNvSpPr txBox="1"/>
          <p:nvPr/>
        </p:nvSpPr>
        <p:spPr>
          <a:xfrm>
            <a:off x="540460" y="253961"/>
            <a:ext cx="4610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OVERALL ARCHITECTURE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8731BC-57FD-FBBB-79B7-8205F158541B}"/>
              </a:ext>
            </a:extLst>
          </p:cNvPr>
          <p:cNvSpPr/>
          <p:nvPr/>
        </p:nvSpPr>
        <p:spPr>
          <a:xfrm rot="16200000">
            <a:off x="3207232" y="-2115035"/>
            <a:ext cx="5787057" cy="12005502"/>
          </a:xfrm>
          <a:prstGeom prst="roundRect">
            <a:avLst>
              <a:gd name="adj" fmla="val 4614"/>
            </a:avLst>
          </a:prstGeom>
          <a:gradFill flip="none" rotWithShape="1">
            <a:gsLst>
              <a:gs pos="0">
                <a:srgbClr val="00B0F0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CD6092-910C-DF15-2110-77A455D83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72" y="430251"/>
            <a:ext cx="10207113" cy="5372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4C8276-B570-0470-259D-0C651836D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8680" r="4776" b="21886"/>
          <a:stretch>
            <a:fillRect/>
          </a:stretch>
        </p:blipFill>
        <p:spPr>
          <a:xfrm>
            <a:off x="11123120" y="5853055"/>
            <a:ext cx="721916" cy="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8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BF7552-D38B-72F8-91E1-4917C7F1A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20" y="408791"/>
            <a:ext cx="10287000" cy="57445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2E425F-F461-C657-9252-F44B9D57D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8680" r="4776" b="21886"/>
          <a:stretch>
            <a:fillRect/>
          </a:stretch>
        </p:blipFill>
        <p:spPr>
          <a:xfrm>
            <a:off x="11262851" y="5529150"/>
            <a:ext cx="721916" cy="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4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1AD25E23-3BF6-C492-BB9F-D5441EDDB60C}"/>
              </a:ext>
            </a:extLst>
          </p:cNvPr>
          <p:cNvSpPr/>
          <p:nvPr/>
        </p:nvSpPr>
        <p:spPr>
          <a:xfrm>
            <a:off x="88490" y="76755"/>
            <a:ext cx="12015020" cy="816078"/>
          </a:xfrm>
          <a:prstGeom prst="snip2Diag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B6832-BFA0-18AF-E06B-73A05D103990}"/>
              </a:ext>
            </a:extLst>
          </p:cNvPr>
          <p:cNvSpPr txBox="1"/>
          <p:nvPr/>
        </p:nvSpPr>
        <p:spPr>
          <a:xfrm>
            <a:off x="246332" y="223184"/>
            <a:ext cx="60731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BUSINESS PLAN</a:t>
            </a:r>
          </a:p>
          <a:p>
            <a:endParaRPr lang="en-IN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0441C9-5424-C708-FA51-CD19C1D9A738}"/>
              </a:ext>
            </a:extLst>
          </p:cNvPr>
          <p:cNvSpPr/>
          <p:nvPr/>
        </p:nvSpPr>
        <p:spPr>
          <a:xfrm rot="16200000">
            <a:off x="3207230" y="-2053495"/>
            <a:ext cx="5787057" cy="12005502"/>
          </a:xfrm>
          <a:prstGeom prst="roundRect">
            <a:avLst>
              <a:gd name="adj" fmla="val 4614"/>
            </a:avLst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A4CF4E-56F2-F389-3FF2-11AB6674A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0" t="1453" r="13267" b="4705"/>
          <a:stretch>
            <a:fillRect/>
          </a:stretch>
        </p:blipFill>
        <p:spPr>
          <a:xfrm>
            <a:off x="1054249" y="1219048"/>
            <a:ext cx="9380670" cy="5013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7F5FEC-D02D-712D-D406-8B0C3C3AF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0" t="8680" r="4776" b="21886"/>
          <a:stretch>
            <a:fillRect/>
          </a:stretch>
        </p:blipFill>
        <p:spPr>
          <a:xfrm>
            <a:off x="11137751" y="5791515"/>
            <a:ext cx="721916" cy="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0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624</TotalTime>
  <Words>69</Words>
  <Application>Microsoft Office PowerPoint</Application>
  <PresentationFormat>Widescreen</PresentationFormat>
  <Paragraphs>25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 Black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p</dc:creator>
  <cp:lastModifiedBy>Nikhil p</cp:lastModifiedBy>
  <cp:revision>2</cp:revision>
  <dcterms:created xsi:type="dcterms:W3CDTF">2026-07-26T10:18:36Z</dcterms:created>
  <dcterms:modified xsi:type="dcterms:W3CDTF">2026-08-30T13:13:39Z</dcterms:modified>
</cp:coreProperties>
</file>